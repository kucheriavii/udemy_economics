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9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8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9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9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9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3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3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3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9F551-650B-4C99-ACC4-5C4891A42A12}" type="datetimeFigureOut">
              <a:rPr lang="en-US" smtClean="0"/>
              <a:t>1/10/2016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AE298-72BC-491D-A45D-5055A651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6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1" b="9587"/>
          <a:stretch/>
        </p:blipFill>
        <p:spPr>
          <a:xfrm>
            <a:off x="0" y="-41564"/>
            <a:ext cx="12192000" cy="69549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77632" y="2895597"/>
            <a:ext cx="4461164" cy="1537855"/>
          </a:xfrm>
          <a:prstGeom prst="rect">
            <a:avLst/>
          </a:prstGeom>
          <a:solidFill>
            <a:schemeClr val="bg1">
              <a:lumMod val="50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smtClean="0"/>
              <a:t>Saldi: Company Overview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6345910"/>
            <a:ext cx="2085975" cy="56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7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777" y="901337"/>
            <a:ext cx="1004533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2777" y="470450"/>
            <a:ext cx="334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</a:rPr>
              <a:t>Company Overview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04" y="470450"/>
            <a:ext cx="1797737" cy="489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2777" y="1332224"/>
            <a:ext cx="9938459" cy="775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Short Description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78921" y="2396833"/>
            <a:ext cx="4743006" cy="2078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Revenue Chart </a:t>
            </a:r>
          </a:p>
          <a:p>
            <a:pPr algn="ctr"/>
            <a:r>
              <a:rPr lang="en-US" dirty="0" smtClean="0"/>
              <a:t>(Last three years)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165273" y="2396834"/>
            <a:ext cx="4765963" cy="2078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Revenue Breakdown </a:t>
            </a:r>
          </a:p>
          <a:p>
            <a:pPr algn="ctr"/>
            <a:r>
              <a:rPr lang="en-US" dirty="0" smtClean="0"/>
              <a:t>(By type of client)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78921" y="4779821"/>
            <a:ext cx="2179915" cy="1287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Headquarters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542012" y="4779821"/>
            <a:ext cx="2179915" cy="1287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Industry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160521" y="4779821"/>
            <a:ext cx="2179915" cy="1287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Number of employees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8751321" y="4779821"/>
            <a:ext cx="2179915" cy="1287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CEO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3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777" y="901337"/>
            <a:ext cx="1004533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2777" y="470450"/>
            <a:ext cx="334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</a:rPr>
              <a:t>Organizational Chart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04" y="470450"/>
            <a:ext cx="1797737" cy="489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2777" y="1332224"/>
            <a:ext cx="10045337" cy="4500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Organizational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777" y="901337"/>
            <a:ext cx="1004533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2777" y="470450"/>
            <a:ext cx="334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</a:rPr>
              <a:t>2015 P&amp;L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04" y="470450"/>
            <a:ext cx="1797737" cy="489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2777" y="1332224"/>
            <a:ext cx="10045337" cy="2463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Monthly Development of Revenues &amp; Cogs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92777" y="4061576"/>
            <a:ext cx="10045337" cy="2463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Breakdown of revenues by client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5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777" y="901337"/>
            <a:ext cx="1004533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2777" y="470450"/>
            <a:ext cx="334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</a:rPr>
              <a:t>2015 P&amp;L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04" y="470450"/>
            <a:ext cx="1797737" cy="489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2777" y="1332224"/>
            <a:ext cx="5449587" cy="4500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2015 P&amp;L &amp; KPIs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927273" y="1332224"/>
            <a:ext cx="4110841" cy="45005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Comments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36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992777" y="901337"/>
            <a:ext cx="1004533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92777" y="470450"/>
            <a:ext cx="33440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002060"/>
                </a:solidFill>
              </a:rPr>
              <a:t>2015 Balance Sheet</a:t>
            </a:r>
            <a:endParaRPr lang="en-US" sz="22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04" y="470450"/>
            <a:ext cx="1797737" cy="4890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2777" y="1332224"/>
            <a:ext cx="5449587" cy="4500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2015 Balance Sheet &amp; KPIs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927273" y="1332224"/>
            <a:ext cx="4110841" cy="45005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</a:rPr>
              <a:t>Comments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0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NewPC</dc:creator>
  <cp:lastModifiedBy>NewPC</cp:lastModifiedBy>
  <cp:revision>5</cp:revision>
  <dcterms:created xsi:type="dcterms:W3CDTF">2016-01-09T21:29:40Z</dcterms:created>
  <dcterms:modified xsi:type="dcterms:W3CDTF">2016-01-10T13:32:17Z</dcterms:modified>
</cp:coreProperties>
</file>