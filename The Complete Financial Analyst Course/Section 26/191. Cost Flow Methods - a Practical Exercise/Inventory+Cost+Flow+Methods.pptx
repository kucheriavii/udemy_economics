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68A8-4590-4297-B385-CDF746412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58C8C-E1AB-4739-B100-19E25CB29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63457-3DC0-4D3C-BDB1-9261DDF21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E408-E5FF-46EA-918E-EF701D38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3B8ED-FFDD-4FD4-B799-D151335E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4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280D-4388-4CD1-9B9F-1612176B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F57D7-93D1-4E10-BAB8-28C7F9891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8DA77-552A-4C43-A098-63A1A314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3F5CF-D057-475C-9328-1B3872F86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A7D91-5205-416D-A36A-6E000AFE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7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4550-D3AE-42B0-9BE3-EC09542A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F68E2-56DB-4C0E-9A95-063224865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C4AD5-2775-4A09-A483-83666376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285FC-2A47-4C26-BC57-617F65DDE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BBDDB-00B3-4280-B888-C0254192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1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66B6-DBBC-4559-99A3-F46C4702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2FF28-D88A-4AA9-8EFF-04A0DC4B5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9781B-CCF0-401A-BF3D-DA55D0945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27BA5-EBBF-44A1-A079-EB787CF0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578A6-5390-4702-A685-B723AF52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76A0A-DCD9-40FA-9B9B-C893817E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0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7963-FE09-48A5-B39C-F20F21E9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74F2A-3FC0-4F18-B0AC-C952E008A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3F19D-CFC7-47CC-9C2B-DF35D6037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F2591-E7AF-41EE-BAB3-4637E123A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540B7-F864-409E-BFCD-884D9C4D8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5D250-DBC1-4B0F-A388-D997129A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5FA13-013A-4C71-B23A-59DED8CA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34322-EA65-407C-834C-B62E7DAF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3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7BF3-791A-48AB-A284-35A0E8AB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0C3D0-4DDC-4BFD-8334-E81F47CD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8EC8B-C686-4E31-85B8-24289331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F46F8-A4AE-434E-B01B-ABE8AF23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9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AEA48-5F98-41EC-8CB9-3FEA5D2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DFF27-9802-4634-8777-06648123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5B4C0-E242-4B3F-9887-59038724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3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BFC01-E02A-4F94-8139-04FFBB9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3DE14-4249-43A8-930F-B5F506E80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92EE5-C1D2-4D95-8ABF-A28CC06A6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EEDEC-8FC5-402F-A3EC-8DAA3801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37E4D-9D2D-4E57-B5DA-84D26D7C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52DF0-CC7D-40E7-853C-7DE5729E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4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FB3C-998D-4438-A581-352AC121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0CE2F-3FC7-46BF-B185-3A914E0A2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93690-50B6-4F53-87F6-0BBF33BF4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8A5DC-713A-4423-8A55-0AACCCDB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79241-07C3-44E0-B8A4-02E5B94F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D0AA5-E8DE-44B4-BC65-97318C8D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8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E167-373C-428F-A006-57356FEB1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29023-6164-4D59-81B1-A4DC89ABB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4BA15-D666-45C8-B277-777899C2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7C655-4809-45FC-B4D1-95B7E2F3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E04F-F330-4156-95C2-9055F5AE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86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60A6D-1B74-4D44-9777-1E86899E6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BCD82-4446-4128-9A36-7ABBB8838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C5E5-A880-4C21-AF81-8F72DC78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870A7-2E7D-4B00-8328-7B738877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E881D-2D13-47E3-B650-0BE14D61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8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AF3C1-FE67-440F-A523-F8D7F6E1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C16A0-3358-47D3-AA5A-6C3C2D024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451EF-3052-430F-B8F8-020F4911D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E1429-AEE4-4ED5-978C-F22860892DD4}" type="datetimeFigureOut">
              <a:rPr lang="en-US" smtClean="0"/>
              <a:t>6/25/2018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DA00E-63C2-4054-8869-6D17F51AB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BB0A8-FC46-4003-8795-9A672EE27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2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5099" y="533401"/>
            <a:ext cx="794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Cost Flow methods – Exercise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3930202"/>
            <a:ext cx="7690376" cy="45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286000" y="455504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286000" y="513416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286000" y="571328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3628113"/>
            <a:ext cx="14478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Accounting for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3554" y="3628113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1163" y="3628113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5999" y="4094270"/>
            <a:ext cx="1697603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Specific Identification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3554" y="4094270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1163" y="4094270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799769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FIFO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301802"/>
            <a:ext cx="1697602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Weighted average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836357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LIFO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9F38A-8172-4D65-89F6-5B33F56D7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971" y="6285448"/>
            <a:ext cx="1667069" cy="45354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230BFED-CBC3-477E-AAAB-81BFBEA5F162}"/>
              </a:ext>
            </a:extLst>
          </p:cNvPr>
          <p:cNvSpPr txBox="1"/>
          <p:nvPr/>
        </p:nvSpPr>
        <p:spPr>
          <a:xfrm>
            <a:off x="2285998" y="1513551"/>
            <a:ext cx="7690377" cy="193899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Task: A company buys and sells one model of personal computers. Calculate the company’s Cogs, beginning and ending inventory if you know that it purchased: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 PCs at $350 – December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4 PCs at $400 – December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5 PCs at $500 – December 21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company sold two PCs on 10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 and another two on the 22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 The first two PCs it sold were purchased on the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December, while the second two on the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D4D994-2107-4FD5-BA3A-2D2D3049F56E}"/>
              </a:ext>
            </a:extLst>
          </p:cNvPr>
          <p:cNvSpPr txBox="1"/>
          <p:nvPr/>
        </p:nvSpPr>
        <p:spPr>
          <a:xfrm>
            <a:off x="4573554" y="4799769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6FE2C-8BBD-40A5-ACCE-06312629C888}"/>
              </a:ext>
            </a:extLst>
          </p:cNvPr>
          <p:cNvSpPr txBox="1"/>
          <p:nvPr/>
        </p:nvSpPr>
        <p:spPr>
          <a:xfrm>
            <a:off x="4573554" y="5301802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3FC74-3961-4761-BB9D-81A55FFF72A0}"/>
              </a:ext>
            </a:extLst>
          </p:cNvPr>
          <p:cNvSpPr txBox="1"/>
          <p:nvPr/>
        </p:nvSpPr>
        <p:spPr>
          <a:xfrm>
            <a:off x="4573554" y="5844408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FCB8C-6413-4B1D-88B6-B709A9E486B1}"/>
              </a:ext>
            </a:extLst>
          </p:cNvPr>
          <p:cNvSpPr txBox="1"/>
          <p:nvPr/>
        </p:nvSpPr>
        <p:spPr>
          <a:xfrm>
            <a:off x="7441163" y="4799769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25BF83-8204-4DFC-BC9A-ED7A6029CAB0}"/>
              </a:ext>
            </a:extLst>
          </p:cNvPr>
          <p:cNvSpPr txBox="1"/>
          <p:nvPr/>
        </p:nvSpPr>
        <p:spPr>
          <a:xfrm>
            <a:off x="7441163" y="5301802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A24428-DB0A-4C59-BBCE-C276C0C5C82D}"/>
              </a:ext>
            </a:extLst>
          </p:cNvPr>
          <p:cNvSpPr txBox="1"/>
          <p:nvPr/>
        </p:nvSpPr>
        <p:spPr>
          <a:xfrm>
            <a:off x="7441163" y="5844408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64379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5099" y="533401"/>
            <a:ext cx="794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Cost Flow methods – Exercise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4295963"/>
            <a:ext cx="7690376" cy="45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286000" y="4920803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286000" y="5499923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286000" y="6079043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3993874"/>
            <a:ext cx="14478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Accounting for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3554" y="3993874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1163" y="3993874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5999" y="4460031"/>
            <a:ext cx="1697603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Specific Identification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3554" y="4460031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1163" y="4460031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165530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FIFO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667563"/>
            <a:ext cx="1697602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Weighted average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6202118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LIFO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9F38A-8172-4D65-89F6-5B33F56D7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971" y="6285448"/>
            <a:ext cx="1667069" cy="45354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230BFED-CBC3-477E-AAAB-81BFBEA5F162}"/>
              </a:ext>
            </a:extLst>
          </p:cNvPr>
          <p:cNvSpPr txBox="1"/>
          <p:nvPr/>
        </p:nvSpPr>
        <p:spPr>
          <a:xfrm>
            <a:off x="2285998" y="1513551"/>
            <a:ext cx="7690377" cy="2369880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Task: Carry out the same calculation for an updated price of the PCs purchased on the 21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 PCs at $350 – December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4 PCs at $400 – December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5 PCs at $600 – December 21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Compare the different methods and the way they are impacted by increasing prices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company sold two PCs on 10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 and another two on the 22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 The first two PCs it sold were purchased on the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December, while the second two on the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D4D994-2107-4FD5-BA3A-2D2D3049F56E}"/>
              </a:ext>
            </a:extLst>
          </p:cNvPr>
          <p:cNvSpPr txBox="1"/>
          <p:nvPr/>
        </p:nvSpPr>
        <p:spPr>
          <a:xfrm>
            <a:off x="4573554" y="5165530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6FE2C-8BBD-40A5-ACCE-06312629C888}"/>
              </a:ext>
            </a:extLst>
          </p:cNvPr>
          <p:cNvSpPr txBox="1"/>
          <p:nvPr/>
        </p:nvSpPr>
        <p:spPr>
          <a:xfrm>
            <a:off x="4573554" y="5667563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3FC74-3961-4761-BB9D-81A55FFF72A0}"/>
              </a:ext>
            </a:extLst>
          </p:cNvPr>
          <p:cNvSpPr txBox="1"/>
          <p:nvPr/>
        </p:nvSpPr>
        <p:spPr>
          <a:xfrm>
            <a:off x="4573554" y="6210169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FCB8C-6413-4B1D-88B6-B709A9E486B1}"/>
              </a:ext>
            </a:extLst>
          </p:cNvPr>
          <p:cNvSpPr txBox="1"/>
          <p:nvPr/>
        </p:nvSpPr>
        <p:spPr>
          <a:xfrm>
            <a:off x="7441163" y="5165530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25BF83-8204-4DFC-BC9A-ED7A6029CAB0}"/>
              </a:ext>
            </a:extLst>
          </p:cNvPr>
          <p:cNvSpPr txBox="1"/>
          <p:nvPr/>
        </p:nvSpPr>
        <p:spPr>
          <a:xfrm>
            <a:off x="7441163" y="5667563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A24428-DB0A-4C59-BBCE-C276C0C5C82D}"/>
              </a:ext>
            </a:extLst>
          </p:cNvPr>
          <p:cNvSpPr txBox="1"/>
          <p:nvPr/>
        </p:nvSpPr>
        <p:spPr>
          <a:xfrm>
            <a:off x="7441163" y="6210169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71683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250</Words>
  <Application>Microsoft Office PowerPoint</Application>
  <PresentationFormat>Widescreen</PresentationFormat>
  <Paragraphs>46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NewPC</dc:creator>
  <cp:lastModifiedBy>Ned</cp:lastModifiedBy>
  <cp:revision>16</cp:revision>
  <dcterms:created xsi:type="dcterms:W3CDTF">2017-10-06T06:57:57Z</dcterms:created>
  <dcterms:modified xsi:type="dcterms:W3CDTF">2018-06-25T14:28:34Z</dcterms:modified>
</cp:coreProperties>
</file>